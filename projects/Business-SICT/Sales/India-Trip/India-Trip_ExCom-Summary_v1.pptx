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Sales Trip – Executive Summary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  |  10 Customers  |  51 Action Items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76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ORDERS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923544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SIC56NL: 560k pcs PO from Omnia ($37k)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SIC279: 1M pcs PO from APK ID ($230k)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ID next-year target: 2.5M pcs (HDX+FDX)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819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1572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PIPELINE (6-12 MO)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20040" y="1819656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SIC56NL library/laundry: 1.5-2M/yr (Syrma) + 3-3.5M/yr (Rapid Radio)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RA12 for TATA EV charger: 20-25k → 100k pcs (MP Jul-Aug 2026)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NPCI merchant NFC tag tender: 33M pcs (Elektronika)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pharma auth (Syrma): pricing for 10M units — customer mtg next Mon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ID (PVL): ~1M pcs/yr FDX (pigeon racing, stable)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74320" y="2880360"/>
            <a:ext cx="4023360" cy="13716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8094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2971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OPPORTUNITIES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20040" y="322783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UHF Temp Sensor (UTS): interest from Omnia, PVL, Perfect ID, Elektronika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6D ASIC for high-speed rail (Perfect ID): ~1M pcs, NRE in 2-3 wks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IVF witnessing system (Rapid Radio): HF FPC tag, ~500k/yr, ramp 2026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charging / battery swap 2/3-wheelers: ~12 pilot clients (Rapid Radio)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526280" y="685800"/>
            <a:ext cx="0" cy="35204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685800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937760" y="676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/ TIME-SENSITIVE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709160" y="941832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Syrma pharma auth: comparison + pricing vs NTAG 424 DNA — before Monday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Syrma: confirm die availability in DOWB (waffle pack / sticky tape)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Radio: RA12 LPCD + DESFire sample code — promised next week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Autocomp: antenna/EMC support once schematics received (next week)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ID: 6D ASIC feasibility — 2-3 week deadline; 1-year may miss window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63440" y="2148840"/>
            <a:ext cx="4206240" cy="13716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249424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37760" y="2240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REQUIREMENTS (SIC FUNCTIONS)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4709160" y="2496312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Engineering: 18+ actions — RA12 firmware, antenna support, SDK packs, design files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Engineering: 14+ actions — UTS roadmap, 6D ASIC, high-C HF, MOA8, logger IC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Commercial: 12+ actions — pricing (56NL, HDX glass, NFC auth), credit terms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 Credit terms assessment (APK ID: 30-45 day terms)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17"/>
          <p:cNvSpPr/>
          <p:nvPr/>
        </p:nvSpPr>
        <p:spPr>
          <a:xfrm>
            <a:off x="0" y="4434840"/>
            <a:ext cx="914400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18"/>
          <p:cNvSpPr/>
          <p:nvPr/>
        </p:nvSpPr>
        <p:spPr>
          <a:xfrm>
            <a:off x="45720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457200" y="4754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Visited</a:t>
            </a:r>
            <a:endParaRPr lang="en-US" sz="750" dirty="0"/>
          </a:p>
        </p:txBody>
      </p:sp>
      <p:sp>
        <p:nvSpPr>
          <p:cNvPr id="27" name="Text 20"/>
          <p:cNvSpPr/>
          <p:nvPr/>
        </p:nvSpPr>
        <p:spPr>
          <a:xfrm>
            <a:off x="210312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2103120" y="4754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374904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3749040" y="4754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539496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$267k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5394960" y="4754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7040880" y="4462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7040880" y="4754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Sales Trip – Executive Summary</dc:title>
  <dc:subject>PptxGenJS Presentation</dc:subject>
  <dc:creator>Marc Spiegel</dc:creator>
  <cp:lastModifiedBy>Marc Spiegel</cp:lastModifiedBy>
  <cp:revision>1</cp:revision>
  <dcterms:created xsi:type="dcterms:W3CDTF">2026-03-12T10:09:53Z</dcterms:created>
  <dcterms:modified xsi:type="dcterms:W3CDTF">2026-03-12T10:09:53Z</dcterms:modified>
</cp:coreProperties>
</file>