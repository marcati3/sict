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65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Sales Trip — Executive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029200" y="36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10 Customer Meetings  ·  Tunn &amp; Chayasorn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5836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649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MARKET CONTEXT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0040" y="877824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 market: ~$570M (2026) → $1.2B by 2032 (12% CAGR)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FASTag: 60M+ tags deployed; 97% highway penetration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retail surge: Reliance &amp; Flipkart deploying RFID in DCs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market: 2.3M EVs sold (2025); 57% 2-wheelers; battery swap stations 5x in 2 yrs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Mission 2.0: $15B+ committed; Tata-Powerchip fab in Gujarat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1956816"/>
            <a:ext cx="406908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4825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2039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 ORDERS &amp; PIPELINE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0040" y="2267712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Omnia: SIC56NL 560k pcs / ~$37k + APK ID: SIC279 1M pcs / ~$230k = $267k confirmed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ID: Animal ID (HDX+FDX) 2.5M pcs/yr target [$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Syrma + Rapid Radio: SIC56NL library/laundry 5-7.5M pcs/yr addressable [$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Autocomp: RA12 EV charger 20-25k initial (MP Jul-Aug 2026) → 100k pcs (2027) [$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Syrma: SIC43S1 NFC pharma auth — 10M unit pricing request; customer mtg next Mon [$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Elektronika: NPCI merchant NFC first tender 33M tags (price-driven; 5.7¢ benchmark) [$ TBD]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74320" y="3529584"/>
            <a:ext cx="406908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2102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" y="36118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GROWTH VECTORS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20040" y="385876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Omnia, PVL, Perfect ID, Elektronika: UHF Temp Sensor (UTS) — cold chain, data centers, tires [qty/$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ID: Custom 6D ASIC (high-speed rail) ~1M pcs; requires PLM decision [$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Radio: EV charging / battery swap — 12 pilot clients (2/3-wheeler) [qty/$ TBD]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Radio: IVF witnessing ~500k tags/yr (requires 97pF high-C — not yet available) [$ TBD]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498848" y="658368"/>
            <a:ext cx="0" cy="35204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65836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19472" y="649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709160" y="877824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NXP: 2 HF tag IC (SLIX2) price increases in 6 months drove customers to ST — SIC can capitalize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ST: gaining share vs NXP on price (ST25TV02K at 3.4¢ die); SIC needs &lt;3.0¢ to win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EM: prices up ~$0.15 on low demand in India; SIC7150 positioned as replacement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risk: Indian OEMs prefer non-China for security-sensitive ICs — Thailand origin is an advantage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 NTAG 424 DNA: dominant in pharma auth; Syrma pursuing new project — direct opportunity for SIC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Impinj/NXP UCODE: dominate UHF; SIC not yet competitive but UTS gives differentiated entry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663440" y="2368296"/>
            <a:ext cx="4206240" cy="10973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45973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19472" y="24505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KEY DEPENDENCIES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709160" y="26974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Must beat ST on 56NL (&lt;3.0¢) and compete at 5.7¢ inlay for NPCI tender — margin pressure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Engineering capacity: 18+ customer actions pending; Chayasorn is single point of failure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gaps: No PKE, no UHF AES, no logger IC, no MOA8 package — limits addressable market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ASIC timing: 12+ month dev cycle vs customer deployment window — may lose first-mover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Elektronika (distributor) has no RFID FAE yet — technical support gap for indirect sales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18"/>
          <p:cNvSpPr/>
          <p:nvPr/>
        </p:nvSpPr>
        <p:spPr>
          <a:xfrm>
            <a:off x="0" y="4434840"/>
            <a:ext cx="9144000" cy="1645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19"/>
          <p:cNvSpPr/>
          <p:nvPr/>
        </p:nvSpPr>
        <p:spPr>
          <a:xfrm>
            <a:off x="32004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$570M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32004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2026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201168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201168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370332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370332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539496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$267k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539496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708660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5-7.5M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70866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Pcs/Yr (56NL)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Sales Trip - Executive Summary</dc:title>
  <dc:subject>PptxGenJS Presentation</dc:subject>
  <dc:creator>Marc Spiegel</dc:creator>
  <cp:lastModifiedBy>Marc Spiegel</cp:lastModifiedBy>
  <cp:revision>1</cp:revision>
  <dcterms:created xsi:type="dcterms:W3CDTF">2026-03-13T10:01:10Z</dcterms:created>
  <dcterms:modified xsi:type="dcterms:W3CDTF">2026-03-13T10:01:10Z</dcterms:modified>
</cp:coreProperties>
</file>