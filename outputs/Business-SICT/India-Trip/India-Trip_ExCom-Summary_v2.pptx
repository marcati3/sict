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15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6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Sales Trip — Executive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029200" y="36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10 Customer Meetings  ·  Tunn &amp; Chayasorn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836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649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MARKET CONTEXT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0040" y="877824"/>
            <a:ext cx="402336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 market: ~$570M (2026) → $1.2B by 2032 (12% CAGR)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 program: 60M+ tags deployed; 97% highway penetration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retail surge: Reliance &amp; Flipkart deploying RFID in DCs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market: 2.3M EVs sold (2025); 57% 2-wheelers; battery swap stations 5x in 2 yrs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Mission 2.0: $15B+ committed; Tata-Powerchip fab in Gujarat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97180" y="1807769"/>
            <a:ext cx="406908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987299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197244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 ORDERS &amp; PIPELINE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0040" y="2267712"/>
            <a:ext cx="4023360" cy="934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SIC56NL 560k pcs (Omnia) + SIC279 1M pcs (APK ID) = ~$267k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ID: 2.5M pcs next-year target (HDX+FDX animal ID)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SIC56NL library/laundry: 5-7.5M pcs/yr addressable (Syrma + Rapid Radio)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RA12 EV charger (TATA): 20-25k initial → 100k pcs (MP Jul-Aug 2026)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pharma auth (Syrma): 10M unit pricing request — customer mtg next Mon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merchant NFC tender: 33M tags (price-driven; 5.7¢ benchmark)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172044" y="3319271"/>
            <a:ext cx="406908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505879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" y="3496735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GROWTH VECTORS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20040" y="3569887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Temp Sensor (UTS): 4 customers interested — cold chain, data centers, tires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6D ASIC (high-speed rail): ~1M pcs; feasibility decision in 2-3 wks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/ battery swap: 12 pilot clients across India (2/3-wheeler)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witnessing system: ~500k tags/yr; HF FPC; ramp 2026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498848" y="658368"/>
            <a:ext cx="0" cy="35204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65836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19472" y="649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709160" y="877824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NXP: 2 HF price increases in 6 months drove customers to ST — SIC can capitalize on same frustration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gaining share vs NXP on price (ST25TV02K at 3.4¢ die); SIC needs &lt;3.0¢ to win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EM/Hitag S: prices up ~$0.15 on low demand; SIC 379/479 positioned as replacement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risk: Indian OEMs prefer non-China for security-sensitive components (BLE, Wi-Fi, comms ICs) — Thailand origin is an advantage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NTAG 424 DNA (NXP): dominant in pharma auth; Syrma actively seeking alternative — direct displacement opportunity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UHF: Impinj/NXP UCODE dominate; SIC not yet competitive here but UTS gives differentiated entry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663440" y="2368296"/>
            <a:ext cx="420624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4597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9472" y="24505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KEY DEPENDENCIES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709160" y="2679192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Must beat ST on 56NL (&lt;3.0¢) and compete at 5.7¢ inlay for NPCI tender — margin pressure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Engineering capacity: 18+ customer actions pending; Chayasorn is single point of failure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gaps: No PKE, no UHF AES, no logger IC, no MOA8 package — limits addressable market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terms: Indian customers expect 30-45 day credit; SIC currently does not offer — barrier to closing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ASIC timing: 12+ month dev cycle vs customer's deployment window — may lose first-mover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Elektronika (distributor) has no RFID FAE yet — technical support gap for indirect sales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18"/>
          <p:cNvSpPr/>
          <p:nvPr/>
        </p:nvSpPr>
        <p:spPr>
          <a:xfrm>
            <a:off x="0" y="4434840"/>
            <a:ext cx="9144000" cy="1645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19"/>
          <p:cNvSpPr/>
          <p:nvPr/>
        </p:nvSpPr>
        <p:spPr>
          <a:xfrm>
            <a:off x="32004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$570M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32004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2026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201168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201168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370332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370332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539496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$267k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539496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708660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5-7.5M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70866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Pcs/Yr (56NL)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521</Words>
  <Application>Microsoft Office PowerPoint</Application>
  <PresentationFormat>On-screen Show (16:9)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Sales Trip – Executive Summary</dc:title>
  <dc:subject>PptxGenJS Presentation</dc:subject>
  <dc:creator>Marc Spiegel</dc:creator>
  <cp:lastModifiedBy>Marc Spiegel</cp:lastModifiedBy>
  <cp:revision>2</cp:revision>
  <dcterms:created xsi:type="dcterms:W3CDTF">2026-03-12T10:16:11Z</dcterms:created>
  <dcterms:modified xsi:type="dcterms:W3CDTF">2026-03-12T10:21:27Z</dcterms:modified>
</cp:coreProperties>
</file>