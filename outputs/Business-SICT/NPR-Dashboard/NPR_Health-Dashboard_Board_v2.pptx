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bubble3D val="0"/>
            <c:spPr>
              <a:solidFill>
                <a:srgbClr val="9E9E9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GREEN (6 chips)</c:v>
                </c:pt>
                <c:pt idx="1">
                  <c:v>AMBER (1 chip)</c:v>
                </c:pt>
                <c:pt idx="2">
                  <c:v>RED (1 chip)</c:v>
                </c:pt>
                <c:pt idx="3">
                  <c:v>N/A (2 chips)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99-134C-862E-3203061DBE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Projection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2D31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SIC72A1</c:v>
                </c:pt>
                <c:pt idx="1">
                  <c:v>SIC4343</c:v>
                </c:pt>
                <c:pt idx="2">
                  <c:v>SIC279</c:v>
                </c:pt>
                <c:pt idx="3">
                  <c:v>SIC73F1</c:v>
                </c:pt>
                <c:pt idx="4">
                  <c:v>SIC7150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2.2999999999999998</c:v>
                </c:pt>
                <c:pt idx="2">
                  <c:v>0.33</c:v>
                </c:pt>
                <c:pt idx="3">
                  <c:v>73.400000000000006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81-2045-94A0-A332178796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Actual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2D31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SIC72A1</c:v>
                </c:pt>
                <c:pt idx="1">
                  <c:v>SIC4343</c:v>
                </c:pt>
                <c:pt idx="2">
                  <c:v>SIC279</c:v>
                </c:pt>
                <c:pt idx="3">
                  <c:v>SIC73F1</c:v>
                </c:pt>
                <c:pt idx="4">
                  <c:v>SIC7150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0.17</c:v>
                </c:pt>
                <c:pt idx="1">
                  <c:v>0.06</c:v>
                </c:pt>
                <c:pt idx="2">
                  <c:v>0</c:v>
                </c:pt>
                <c:pt idx="3">
                  <c:v>64.8</c:v>
                </c:pt>
                <c:pt idx="4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81-2045-94A0-A332178796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1" i="0" u="none" strike="noStrike">
                <a:solidFill>
                  <a:srgbClr val="2D31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7A85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2D314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DE2E8-2914-E54A-AF0B-6795704C44E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F2006-AD3B-1043-AF8C-C25EF10E0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Product Release — Portfolio Health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029200" y="36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LEAN Dashboard  ·  THB (33/USD)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694944"/>
            <a:ext cx="36576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5488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· 2 Research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29968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29968" y="694944"/>
            <a:ext cx="36576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9696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39696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114.7M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9696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94176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94176" y="694944"/>
            <a:ext cx="36576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03904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REVENUE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03904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69.6M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03904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(2023–2025)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58384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58384" y="694944"/>
            <a:ext cx="36576" cy="7772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68112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BC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68112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–6.3M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68112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vs Business Case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22592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22592" y="694944"/>
            <a:ext cx="36576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0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PROFIT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0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32320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STATUS BY CHIP</a:t>
            </a:r>
            <a:endParaRPr lang="en-US" sz="85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228600" y="1828800"/>
          <a:ext cx="26517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365760" y="338328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5760" y="33832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59536" y="338328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 · 7150 · 72A1 · 72A2 · 56NL · 379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365760" y="356616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65760" y="356616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859536" y="35661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SIC279 (GT12)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365760" y="374904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65760" y="37490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859536" y="374904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SIC4343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365760" y="393192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9E9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393192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859536" y="39319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SIC824B · SIC73WR (Research)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2971800" y="16276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ROI: BC PROJECTION vs ACTUAL (THB M)</a:t>
            </a:r>
            <a:endParaRPr lang="en-US" sz="850" dirty="0"/>
          </a:p>
        </p:txBody>
      </p:sp>
      <p:graphicFrame>
        <p:nvGraphicFramePr>
          <p:cNvPr id="45" name="Chart 1"/>
          <p:cNvGraphicFramePr/>
          <p:nvPr/>
        </p:nvGraphicFramePr>
        <p:xfrm>
          <a:off x="2880360" y="1828800"/>
          <a:ext cx="34747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6" name="Text 42"/>
          <p:cNvSpPr/>
          <p:nvPr/>
        </p:nvSpPr>
        <p:spPr>
          <a:xfrm>
            <a:off x="2971800" y="37673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SIC73F1: </a:t>
            </a:r>
            <a:r>
              <a:rPr lang="en-US" sz="7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 ROI (THB 12.8M inv → 64.8M rev)  ·  </a:t>
            </a: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SIC7150: </a:t>
            </a:r>
            <a:r>
              <a:rPr lang="en-US" sz="7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4.3M rev, no BC set yet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446520" y="1627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ACTIONS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6446520" y="1883664"/>
            <a:ext cx="2423160" cy="475488"/>
          </a:xfrm>
          <a:prstGeom prst="rect">
            <a:avLst/>
          </a:prstGeom>
          <a:solidFill>
            <a:srgbClr val="FFEBEE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6446520" y="1883664"/>
            <a:ext cx="45720" cy="47548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6556248" y="192024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SIC4343 — RED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6556248" y="2066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of BC (THB 64K of 2.3M)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viability review required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6446520" y="2432304"/>
            <a:ext cx="2423160" cy="475488"/>
          </a:xfrm>
          <a:prstGeom prst="rect">
            <a:avLst/>
          </a:prstGeom>
          <a:solidFill>
            <a:srgbClr val="FFF3E0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6446520" y="2432304"/>
            <a:ext cx="45720" cy="47548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6556248" y="246888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GT12 (SIC279) — AMBER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6556248" y="26151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 vs THB 330K BC target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ramp update due at PLM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446520" y="2980944"/>
            <a:ext cx="242316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6446520" y="2980944"/>
            <a:ext cx="45720" cy="4754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6556248" y="301752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 — CONCENTRATION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6556248" y="31638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portfolio revenue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yr payback, 88% of BC target</a:t>
            </a:r>
            <a:endParaRPr lang="en-US" sz="650" dirty="0"/>
          </a:p>
        </p:txBody>
      </p:sp>
      <p:sp>
        <p:nvSpPr>
          <p:cNvPr id="60" name="Shape 56"/>
          <p:cNvSpPr/>
          <p:nvPr/>
        </p:nvSpPr>
        <p:spPr>
          <a:xfrm>
            <a:off x="6446520" y="3529584"/>
            <a:ext cx="242316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6446520" y="3529584"/>
            <a:ext cx="45720" cy="47548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6556248" y="356616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PRESSURE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6556248" y="37124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SIC72A2 (32%) / SIC7150 (33%)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56% portfolio avg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0" y="4315968"/>
            <a:ext cx="9144000" cy="228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1"/>
          <p:cNvSpPr/>
          <p:nvPr/>
        </p:nvSpPr>
        <p:spPr>
          <a:xfrm>
            <a:off x="-8718" y="4338828"/>
            <a:ext cx="9144000" cy="50292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365760" y="436168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365760" y="449884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on track — </a:t>
            </a: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 active chips GREEN.  THB –6.3M variance driven by SIC73F1 (–8.6M vs BC, 88% trajectory) offset by five 2025 launches running ahead of biz case with no BC revenue targets yet set. 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Product Release Health Dashboard</dc:title>
  <dc:subject>PptxGenJS Presentation</dc:subject>
  <dc:creator>Marc Spiegel</dc:creator>
  <cp:lastModifiedBy>Spiegel, Marc</cp:lastModifiedBy>
  <cp:revision>2</cp:revision>
  <dcterms:created xsi:type="dcterms:W3CDTF">2026-03-17T03:49:19Z</dcterms:created>
  <dcterms:modified xsi:type="dcterms:W3CDTF">2026-03-17T04:13:07Z</dcterms:modified>
</cp:coreProperties>
</file>